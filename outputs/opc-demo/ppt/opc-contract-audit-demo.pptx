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3f5ec85a345a7" /><Relationship Type="http://schemas.openxmlformats.org/officeDocument/2006/relationships/extended-properties" Target="/docProps/app.xml" Id="Rcd3e1ba7f64246c0" /><Relationship Type="http://schemas.openxmlformats.org/officeDocument/2006/relationships/officeDocument" Target="/ppt/presentation.xml" Id="R6174789028ad40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b600fa293341e8"/>
  </p:sldMasterIdLst>
  <p:notesMasterIdLst>
    <p:notesMasterId xmlns:r="http://schemas.openxmlformats.org/officeDocument/2006/relationships" r:id="R3f8d14a4fcb9493a"/>
  </p:notesMasterIdLst>
  <p:sldIdLst>
    <p:sldId xmlns:r="http://schemas.openxmlformats.org/officeDocument/2006/relationships" id="256" r:id="R12c1ad5ce55a4bca"/>
    <p:sldId xmlns:r="http://schemas.openxmlformats.org/officeDocument/2006/relationships" id="257" r:id="Re8de857cee5b4ece"/>
    <p:sldId xmlns:r="http://schemas.openxmlformats.org/officeDocument/2006/relationships" id="258" r:id="Raf982d903f5745cd"/>
    <p:sldId xmlns:r="http://schemas.openxmlformats.org/officeDocument/2006/relationships" id="259" r:id="R9330de00e6cc4e8d"/>
    <p:sldId xmlns:r="http://schemas.openxmlformats.org/officeDocument/2006/relationships" id="260" r:id="R17b79015098c4e8a"/>
    <p:sldId xmlns:r="http://schemas.openxmlformats.org/officeDocument/2006/relationships" id="261" r:id="R13bfe8355fb242ea"/>
    <p:sldId xmlns:r="http://schemas.openxmlformats.org/officeDocument/2006/relationships" id="262" r:id="Re0c2c5f78be443aa"/>
    <p:sldId xmlns:r="http://schemas.openxmlformats.org/officeDocument/2006/relationships" id="263" r:id="R853d0a70134447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47457c17d4b22" /><Relationship Type="http://schemas.openxmlformats.org/officeDocument/2006/relationships/slideMaster" Target="/ppt/slideMasters/slideMaster1.xml" Id="R68b600fa293341e8" /><Relationship Type="http://schemas.openxmlformats.org/officeDocument/2006/relationships/notesMaster" Target="/ppt/notesMasters/notesMaster1.xml" Id="R3f8d14a4fcb9493a" /><Relationship Type="http://schemas.openxmlformats.org/officeDocument/2006/relationships/presProps" Target="/ppt/presProps.xml" Id="R031c477db80c4448" /><Relationship Type="http://schemas.openxmlformats.org/officeDocument/2006/relationships/tableStyles" Target="/ppt/tableStyles.xml" Id="Rb9d7e804cb4449e1" /><Relationship Type="http://schemas.openxmlformats.org/officeDocument/2006/relationships/slide" Target="/ppt/slides/slide1.xml" Id="R12c1ad5ce55a4bca" /><Relationship Type="http://schemas.openxmlformats.org/officeDocument/2006/relationships/slide" Target="/ppt/slides/slide2.xml" Id="Re8de857cee5b4ece" /><Relationship Type="http://schemas.openxmlformats.org/officeDocument/2006/relationships/slide" Target="/ppt/slides/slide3.xml" Id="Raf982d903f5745cd" /><Relationship Type="http://schemas.openxmlformats.org/officeDocument/2006/relationships/slide" Target="/ppt/slides/slide4.xml" Id="R9330de00e6cc4e8d" /><Relationship Type="http://schemas.openxmlformats.org/officeDocument/2006/relationships/slide" Target="/ppt/slides/slide5.xml" Id="R17b79015098c4e8a" /><Relationship Type="http://schemas.openxmlformats.org/officeDocument/2006/relationships/slide" Target="/ppt/slides/slide6.xml" Id="R13bfe8355fb242ea" /><Relationship Type="http://schemas.openxmlformats.org/officeDocument/2006/relationships/slide" Target="/ppt/slides/slide7.xml" Id="Re0c2c5f78be443aa" /><Relationship Type="http://schemas.openxmlformats.org/officeDocument/2006/relationships/slide" Target="/ppt/slides/slide8.xml" Id="R853d0a70134447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2f8a37479148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fd0fd965049cd" /><Relationship Type="http://schemas.openxmlformats.org/officeDocument/2006/relationships/notesMaster" Target="/ppt/notesMasters/notesMaster1.xml" Id="Rd9c8d578c1e4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f03417544540e6" /><Relationship Type="http://schemas.openxmlformats.org/officeDocument/2006/relationships/notesMaster" Target="/ppt/notesMasters/notesMaster1.xml" Id="R33ab89ac44f8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11fec508464ddc" /><Relationship Type="http://schemas.openxmlformats.org/officeDocument/2006/relationships/notesMaster" Target="/ppt/notesMasters/notesMaster1.xml" Id="R6bdb049393a149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76b4a01f65401e" /><Relationship Type="http://schemas.openxmlformats.org/officeDocument/2006/relationships/notesMaster" Target="/ppt/notesMasters/notesMaster1.xml" Id="R6cda9bf4806646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b98cbae6244f2" /><Relationship Type="http://schemas.openxmlformats.org/officeDocument/2006/relationships/notesMaster" Target="/ppt/notesMasters/notesMaster1.xml" Id="Rc32c1b92ad8440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512f7ada5464c" /><Relationship Type="http://schemas.openxmlformats.org/officeDocument/2006/relationships/notesMaster" Target="/ppt/notesMasters/notesMaster1.xml" Id="R0efd7655d16d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69c8e33ded456e" /><Relationship Type="http://schemas.openxmlformats.org/officeDocument/2006/relationships/notesMaster" Target="/ppt/notesMasters/notesMaster1.xml" Id="R3d694bdacabd4b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7f37f28ec420d" /><Relationship Type="http://schemas.openxmlformats.org/officeDocument/2006/relationships/notesMaster" Target="/ppt/notesMasters/notesMaster1.xml" Id="R5266bf71bae54b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5671b94a446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1818097c95442e" /><Relationship Type="http://schemas.openxmlformats.org/officeDocument/2006/relationships/slideLayout" Target="/ppt/slideLayouts/slideLayout1.xml" Id="R900f0c16cf4341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f0c16cf4341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a7dc00f2745b9" /><Relationship Type="http://schemas.openxmlformats.org/officeDocument/2006/relationships/image" Target="/ppt/media/image.png" Id="Re085bc8af3c846b2" /><Relationship Type="http://schemas.openxmlformats.org/officeDocument/2006/relationships/notesSlide" Target="/ppt/notesSlides/notesSlide1.xml" Id="R0caa480b768741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3a48c24184dd5" /><Relationship Type="http://schemas.openxmlformats.org/officeDocument/2006/relationships/notesSlide" Target="/ppt/notesSlides/notesSlide2.xml" Id="R8fd74e6ea0d548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0e7c9e74e49eb" /><Relationship Type="http://schemas.openxmlformats.org/officeDocument/2006/relationships/notesSlide" Target="/ppt/notesSlides/notesSlide3.xml" Id="Rfa37a165579b42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c1f886c4b4951" /><Relationship Type="http://schemas.openxmlformats.org/officeDocument/2006/relationships/notesSlide" Target="/ppt/notesSlides/notesSlide4.xml" Id="R18aad122a38a4b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faf71f9d14c73" /><Relationship Type="http://schemas.openxmlformats.org/officeDocument/2006/relationships/notesSlide" Target="/ppt/notesSlides/notesSlide5.xml" Id="Rfd43a8612211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dca92e4504a63" /><Relationship Type="http://schemas.openxmlformats.org/officeDocument/2006/relationships/image" Target="/ppt/media/image2.png" Id="R88964b12e9b04cfd" /><Relationship Type="http://schemas.openxmlformats.org/officeDocument/2006/relationships/notesSlide" Target="/ppt/notesSlides/notesSlide6.xml" Id="Rf46194a7339e4c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e12364d3e4b68" /><Relationship Type="http://schemas.openxmlformats.org/officeDocument/2006/relationships/image" Target="/ppt/media/image3.png" Id="R4cf52bd7f9e54ea2" /><Relationship Type="http://schemas.openxmlformats.org/officeDocument/2006/relationships/image" Target="/ppt/media/image4.png" Id="R5cd7a8a38b564b22" /><Relationship Type="http://schemas.openxmlformats.org/officeDocument/2006/relationships/image" Target="/ppt/media/image5.png" Id="Rd3d6bb8e72cd4418" /><Relationship Type="http://schemas.openxmlformats.org/officeDocument/2006/relationships/notesSlide" Target="/ppt/notesSlides/notesSlide7.xml" Id="Rcfddb06d3c7c46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bd89514c44c3f" /><Relationship Type="http://schemas.openxmlformats.org/officeDocument/2006/relationships/notesSlide" Target="/ppt/notesSlides/notesSlide8.xml" Id="R759fc71b68b943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84B586-BD92-4029-B524-2FA9808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6F9F"/>
                </a:solidFill>
              </a:defRPr>
            </a:pPr>
            <a:r>
              <a:rPr sz="975" b="1">
                <a:solidFill>
                  <a:srgbClr val="2F6F9F"/>
                </a:solidFill>
              </a:rPr>
              <a:t>OPC 高手创造赛演示包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88755-1764-44A5-B186-75D082F0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04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办公小浣熊把合同初审跑成持续运营流水线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602E4-1531-4F9A-AF9B-D0242694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87A"/>
                </a:solidFill>
              </a:defRPr>
            </a:pPr>
            <a:r>
              <a:rPr sz="1650">
                <a:solidFill>
                  <a:srgbClr val="5E687A"/>
                </a:solidFill>
              </a:rPr>
              <a:t>不是单点审阅工具：每日拉取、逐份初审、主体尽调、知识库沉淀、周报 PPT 自动生成。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873C9-C743-4E37-86E9-27BCF51D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9ECFB-8C11-4FBA-8419-8CC80899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9463A"/>
                </a:solidFill>
              </a:defRPr>
            </a:pPr>
            <a:r>
              <a:rPr sz="3150" b="1">
                <a:solidFill>
                  <a:srgbClr val="C9463A"/>
                </a:solidFill>
              </a:rPr>
              <a:t>4h→3m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1D040-73A0-4504-8B98-039C87BD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单份审核耗时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02935-BD13-45B9-BB87-0E27C2E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619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3530D-06E8-436E-9800-A6F798D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43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83F"/>
                </a:solidFill>
              </a:defRPr>
            </a:pPr>
            <a:r>
              <a:rPr sz="3150" b="1">
                <a:solidFill>
                  <a:srgbClr val="16283F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4C8A5-7D30-4596-A7E4-74EE899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规则证据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0A206-D4BA-4719-BCD6-549ED8E9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957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0FE5E-A856-40DF-A331-41E3B9A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57A30"/>
                </a:solidFill>
              </a:defRPr>
            </a:pPr>
            <a:r>
              <a:rPr sz="3150" b="1">
                <a:solidFill>
                  <a:srgbClr val="B57A30"/>
                </a:solidFill>
              </a:rPr>
              <a:t>59.1%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7098B-DE20-4F17-92FF-FB46F693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样本合规率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bc8af3c846b2"/>
          <a:srcRect xmlns:a="http://schemas.openxmlformats.org/drawingml/2006/main" l="17523" t="0" r="175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838200"/>
            <a:ext cx="3695700" cy="447675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26BD6-0DD5-466F-BE82-95A5EA88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6DF3A-46DF-4117-A5D3-044A49C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FE9D8-A03F-414A-A08D-4CA11C0E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6697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5A9DD-E105-4B24-882D-4E809780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CREWAI 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F41EE-9925-41C6-93B7-FD068A9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CrewAI 是审核引擎节点里的编排层，不是作品主角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98146-6255-4280-AC16-92CA852D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作品主角是小浣熊网页端的持续运营能力；CrewAI 只负责把结构化证据交给 Agent 生成报告与汇报。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F344F-AC5E-42FE-973C-3CDB6BBE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028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2BDF3-E007-4963-B3F5-5E616F5F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9E9DF-7EBF-4515-B269-FFEF5FFD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431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读取本地 22 条规则证据、知识库上下文、合同正文，顺序执行审核报告和汇报大纲任务。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FD6A-2078-487A-87AD-61AEF9A3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28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399CF-EFF3-484B-A441-6A0E6893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463A"/>
                </a:solidFill>
              </a:defRPr>
            </a:pPr>
            <a:r>
              <a:rPr sz="1650" b="1">
                <a:solidFill>
                  <a:srgbClr val="C9463A"/>
                </a:solidFill>
              </a:rPr>
              <a:t>不做什么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2ECE1-99F8-4CCD-A093-60638E9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099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不负责定时任务、网页端联网尽调、知识库存取截图、PPT 网页端生成。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194B-90CF-4841-8CB0-3661821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028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BF2C8-E638-4264-BEB5-FC5732A0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F9F"/>
                </a:solidFill>
              </a:defRPr>
            </a:pPr>
            <a:r>
              <a:rPr sz="1650" b="1">
                <a:solidFill>
                  <a:srgbClr val="2F6F9F"/>
                </a:solidFill>
              </a:rPr>
              <a:t>为什么需要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8909A-E709-40E5-8A1C-8C709E5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767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把确定性校验和语言生成分开：规则避免算错金额，Agent 负责解释风险和生成可读交付物。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D6202-2C88-48A5-BFB1-6A39CFC9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D2441-D0CD-41AE-9A5E-237FCB0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F439A-ACD8-41B1-8662-4E74B22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9219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7B7B0-9402-4821-8867-5805058B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工作流骨架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F7F16-8AD4-4043-BD05-006D5F2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每日流水线处理合同；每周流水线维护红线并输出周报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B3835-B74B-4693-8809-5BF45E9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规则引擎只作为第 6 步证据层，喂给小浣熊做语义复核和汇报。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1613D-3429-464F-8C2B-2CC6C410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4DF7D-0EEE-49F0-9DCA-8D5D2D1F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F1E3D-1CB5-4F18-8B6B-87BE485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定时任务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06071-EF33-4276-91E3-51AE6A9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BF6E4-66AF-4F72-8732-1027C616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FB230-23EE-4336-914E-C337C91F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Agent 编排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4BDA5-4303-42F5-A782-1994CB0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78A48-A2AA-4D2B-9E12-F8C09971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C4245-1676-4D83-9DCB-ECF0F2E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文档处理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972F4-921F-4F2B-85E6-EB6DB30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D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87B23-579C-47BF-8A89-69B3BA68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D2A5A-EC67-439A-B10C-A172108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联网尽调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154C2-D540-4E5C-A2A5-1BF6042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D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9B824-524B-42DE-8CB0-AD4F68E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7A3BE-9CA8-4749-8116-23DBBBBB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知识库复核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912ED-EA67-4C3A-B2D8-C9A80774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B57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502F2-573C-4454-A219-3AE00B4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57A30"/>
                </a:solidFill>
              </a:defRPr>
            </a:pPr>
            <a:r>
              <a:rPr sz="900" b="1">
                <a:solidFill>
                  <a:srgbClr val="B57A30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1C1CD-14C3-4619-89BD-CA5C280C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规则证据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DB6C7-44AA-4D02-B7E5-347D2189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D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0FB01-9808-4451-8229-A8D64D7C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3E43F-0A75-4A8D-A079-4141FF76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报告/归档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73936-A305-4229-947E-44ECD34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33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8B4D5-A3A3-407F-9791-56ED20A8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F3CF7-C62D-4F42-829F-025ED094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33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C1298-BACB-45DF-8C9E-94642524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52E4B-29A9-442F-83B0-18B9C2B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33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96829-DC21-4B05-8FB2-E5D3D334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336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9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2617D-7D6D-4715-B931-85BA1138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95750"/>
            <a:ext cx="8572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BED7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220E03-C76A-4AB0-B914-0334735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83F"/>
                </a:solidFill>
              </a:defRPr>
            </a:pPr>
            <a:r>
              <a:rPr sz="1575" b="1">
                <a:solidFill>
                  <a:srgbClr val="16283F"/>
                </a:solidFill>
              </a:rPr>
              <a:t>每周五 17:00：法规/税率巡检 → 知识库红线补丁 → 周度数据分析 → 合同初审周报 PPT → 推送采购委员会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C9464-9C92-4B1B-9B88-6B1CEF3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19B9BB-37E6-4F4A-AA7C-054FBB3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7DA984-DDD1-4910-8533-9C492972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8248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A08BF-E494-4D4F-A160-D2B9EE1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提交成熟度判断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AD792-7D86-4D82-859B-F058E854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可以提交，但要把“网页端真实能力证据”补齐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23A34-B8D3-4E03-A8E6-887B6E7F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当前仓库已具备主文档、Prompt、Demo 和运行材料；评审分主要来自小浣熊网页端截图。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68239-3E86-4CC3-8A86-96307F3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1D2BB-51AA-49D5-8F0B-EBDAA9E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D7D5A"/>
                </a:solidFill>
              </a:defRPr>
            </a:pPr>
            <a:r>
              <a:rPr sz="3150" b="1">
                <a:solidFill>
                  <a:srgbClr val="2D7D5A"/>
                </a:solidFill>
              </a:rPr>
              <a:t>可提交骨架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C74B0-0C0E-4753-8F8A-9E181BB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3C569-4849-4807-B892-F96BEF19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5F6C0-CA1B-4270-A4D3-2F929150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384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6F9F"/>
                </a:solidFill>
              </a:defRPr>
            </a:pPr>
            <a:r>
              <a:rPr sz="3150" b="1">
                <a:solidFill>
                  <a:srgbClr val="2F6F9F"/>
                </a:solidFill>
              </a:rPr>
              <a:t>已跑通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941D7-8624-4F04-A064-FF15D1F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本地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2F38A-0447-4519-9B4F-0E1A88BD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E9929-F4FD-4A20-A295-CA5138B3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384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57A30"/>
                </a:solidFill>
              </a:defRPr>
            </a:pPr>
            <a:r>
              <a:rPr sz="3150" b="1">
                <a:solidFill>
                  <a:srgbClr val="B57A30"/>
                </a:solidFill>
              </a:rPr>
              <a:t>网页端截图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04476-04A9-42FC-8AFC-4A4C268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71DE4-69C1-4C6F-B4D4-9E5AAE4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7BD5D-3F47-4289-908B-0C1D341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必须补拍：定时任务创建、联网检索开关和来源、@知识库读取、知识库写入、数据分析图表、PPT 生成、多轮调优。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92EAB-C46B-4EB6-A8EA-69CCA5C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9E9AF-E240-415D-8522-3BDD9D0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本地 Demo 可证明：合同解析、22 条结构化证据、数据洞察、报告和大纲生成。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4A6DF-63C2-4B8A-8B2C-10D8F854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F7106-5958-4171-A76F-1483D7DA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讲述口径：小浣熊是运营主线，CrewAI/规则引擎是可体验审核节点。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2C2B1-83C0-4DF1-919A-DCF0F68B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4C384-BEED-44C4-A14C-C083655F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67D88-A527-4F55-AD30-82EBA2A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7763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97F2A-B8F0-40BE-81A5-D2D912B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如何运转起来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4815B-949B-4E17-A404-CAE9CD46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评委 3 分钟内可以复现本地审核引擎节点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64E5D-8EC5-4440-9A44-8D58F025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完整工作流在小浣熊网页端按截图清单复现，本地节点用于证明单份合同的链路输出。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A60D-93E8-41C9-989B-9581DD8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981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E7390-B917-4405-93D5-DA48244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193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1. uv run crew_gui --no-open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36EFD-D17A-457B-BC48-6E8757C2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981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5DC7D-2F1F-44D9-BE00-1A227E3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2. 打开 http://127.0.0.1:7860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705B5-4965-42B3-BF86-74D50CD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81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68486-3A07-449A-99BD-AB54E8E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3. 上传 knowledge/realistic_software_service_contract.txt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99DBD-8BD7-424E-97F5-BC6DCC3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81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E9EA4-977B-4BA6-A54A-0EB650C6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767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4. 选择“仅规则引擎（离线演示）”或配置 SenseNova Key 后跑全链路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F69D3-3388-4F5B-8D86-58BC00E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981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BB55-A4C9-4126-B3AE-907737C7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62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5. 查看：审核报告 / 数据洞察 / 工作流 / 汇报大纲 / JSON / 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786B1-0F97-4036-9B9B-631BF93A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F07E2-3B26-4FD8-BEAB-1154CA2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8A38D-5266-4422-BD1B-BA33D03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5459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DDFAE-2DF2-4B4C-BD1C-1D4DACE1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本地演示结果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0AECD-F58A-4C9F-BCA4-9C0CE39A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样本合同检出 3 项高风险，输出报告、数据洞察和大纲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FB6A1-49CD-45DD-90D5-500803B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这张证明审核引擎节点不是静态文档，而是能接受合同输入并产生结构化交付物。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48AF2-4F71-4526-B58E-8418DC58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33B69-E690-4002-AD82-550CBAA7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D7D5A"/>
                </a:solidFill>
              </a:defRPr>
            </a:pPr>
            <a:r>
              <a:rPr sz="3150" b="1">
                <a:solidFill>
                  <a:srgbClr val="2D7D5A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C2EBE-D792-453C-83A6-778BBA59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58184-FDF7-4AFC-8E98-6876E453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383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1D974-26DE-46AB-9F18-AA53BC2E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9463A"/>
                </a:solidFill>
              </a:defRPr>
            </a:pPr>
            <a:r>
              <a:rPr sz="3150" b="1">
                <a:solidFill>
                  <a:srgbClr val="C9463A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14B4E-0509-455F-9685-A9EBD1F0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194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不通过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DC8F2-5F56-413A-A3ED-35904F26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BFB41-FEBC-490B-AC20-B7B119C5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57A30"/>
                </a:solidFill>
              </a:defRPr>
            </a:pPr>
            <a:r>
              <a:rPr sz="3150" b="1">
                <a:solidFill>
                  <a:srgbClr val="B57A3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0A125-049E-4EFA-A443-FEF97786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194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87A"/>
                </a:solidFill>
              </a:defRPr>
            </a:pPr>
            <a:r>
              <a:rPr sz="1200">
                <a:solidFill>
                  <a:srgbClr val="5E687A"/>
                </a:solidFill>
              </a:rPr>
              <a:t>需复核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F6A77-391E-4103-BF6F-653F6EB1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C9437-34E5-4D6E-A9FD-9EC0972F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560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高风险项：税率合理性、付款比例合计、必备条款完整性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E0C58-EA96-4B87-95FD-56FAED8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8CD97-8EE2-446E-837B-6C2DB4AF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560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报告包含总体结论、关键字段、三组规则表格和可复制修改建议。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D68CB-136B-4761-9FFC-4F278822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18AE2-315A-4DF0-9A48-942A9C9C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560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数据洞察 Tab 输出合规率、风险分布、效率对比，供周报链路继续使用。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64b12e9b04cfd"/>
          <a:srcRect xmlns:a="http://schemas.openxmlformats.org/drawingml/2006/main" l="0" t="1482" r="0" b="14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9621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5DD2D-F337-4CB2-8B77-9485CFE3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6C189-FBA7-4FB2-8C9C-D77CBEB3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76A66-181E-403E-A55A-4A14DCC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59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C8659-6EF4-44DD-A13D-2F4D5E33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截图证据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CC3A3-297D-458B-BDC6-70C81529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Demo 已产出可放进提交材料的本地运行截图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F75CE-0C4F-48CD-BDC1-D4571309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这些截图证明本地审核节点可运行；小浣熊网页端能力截图仍需按清单补拍。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52bd7f9e54ea2"/>
          <a:srcRect xmlns:a="http://schemas.openxmlformats.org/drawingml/2006/main" l="4116" t="0" r="4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621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7a8a38b564b22"/>
          <a:srcRect xmlns:a="http://schemas.openxmlformats.org/drawingml/2006/main" l="4116" t="0" r="4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9621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6bb8e72cd4418"/>
          <a:srcRect xmlns:a="http://schemas.openxmlformats.org/drawingml/2006/main" l="4116" t="0" r="4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1962150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4FF24-6D78-4B09-8390-8084EC8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输出文件：outputs/opc-demo/screenshots/01-home.png ... 07-rules.png；录屏：outputs/opc-demo/video/local-demo-flow.webm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510DE-8B43-43BC-99E8-4985E964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FE4D4-1DAF-459B-A22A-0AD44675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FDD66-4E31-4FB8-B635-7DD0CF58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6650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A84D0-CD7A-4EB3-814A-B2CD2E7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9F"/>
                </a:solidFill>
              </a:defRPr>
            </a:pPr>
            <a:r>
              <a:rPr sz="900" b="1">
                <a:solidFill>
                  <a:srgbClr val="2F6F9F"/>
                </a:solidFill>
              </a:rPr>
              <a:t>提交前最后一公里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381E5-6B05-427D-ABB7-AB1E565B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把网页端真实过程补齐，作品形态就清楚了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A4F7E-9454-48B9-B605-02405416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87A"/>
                </a:solidFill>
              </a:defRPr>
            </a:pPr>
            <a:r>
              <a:rPr sz="1350">
                <a:solidFill>
                  <a:srgbClr val="5E687A"/>
                </a:solidFill>
              </a:rPr>
              <a:t>建议提交 PPT 中用 5 张小浣熊网页端截图 + 本地 Demo 录屏二维码/链接组合。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48A9E-5AC3-4467-9187-83100FD9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62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32FE6-6413-4623-B4FE-AC059679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50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S1 定时任务：每日 09:00 / 周五 17:00 调度界面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03035-2F82-4DA5-A780-21D410C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075A9-9D19-4433-9772-DCE338B8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950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S4 联网检索：开启联网 + 乙方尽调结果 + 来源链接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BA31E-3727-4030-876C-42BCBCDB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883A2-F677-49ED-B2CB-A661D4C5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950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S5/S6 知识库：@知识库读取红线 + 写入主体画像/案例库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CC69C-A5B2-443F-B31A-B9339523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635DB-417A-4986-B976-DC26D365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950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S7 数据分析：周趋势、Top5 风险、主体分布图表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16607-6CCD-45FC-8B9B-6AE63491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A39D4-8937-4C6F-A6DF-04451657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50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S9/S10 PPT 生成与多轮调优：第 1 轮 vs 第 2 轮对比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974E7-F840-4340-BDD4-02D23967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923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7C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4DE52-E50E-4A41-AE4A-602A4443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一句话讲法：小浣熊负责持续运营闭环，CrewAI/规则引擎负责其中可体验、可复现的单份审核节点。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10AC5-BF1E-4B29-8DF8-03A39BAB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AC418-F7C1-4D32-B53B-D0513D69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E687A"/>
                </a:solidFill>
              </a:defRPr>
            </a:pPr>
            <a:r>
              <a:rPr sz="750">
                <a:solidFill>
                  <a:srgbClr val="5E687A"/>
                </a:solidFill>
              </a:rPr>
              <a:t>办公小浣熊 · 企业合同初审持续运营工作流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87001-968D-4F2E-83E9-76D3BB16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87A"/>
                </a:solidFill>
              </a:defRPr>
            </a:pPr>
            <a:r>
              <a:rPr sz="750" b="1">
                <a:solidFill>
                  <a:srgbClr val="5E68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879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2026-06-20T13:47:00.9430000Z</dcterms:created>
  <dcterms:modified xsi:type="dcterms:W3CDTF">2026-06-20T13:47:00.9430000Z</dcterms:modified>
</coreProperties>
</file>