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bb6ecac68d46b9" /><Relationship Type="http://schemas.openxmlformats.org/officeDocument/2006/relationships/extended-properties" Target="/docProps/app.xml" Id="Ra19275d0ae594dc7" /><Relationship Type="http://schemas.openxmlformats.org/officeDocument/2006/relationships/officeDocument" Target="/ppt/presentation.xml" Id="R1e3a5d4b2d7142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38ada9f7624c2c"/>
  </p:sldMasterIdLst>
  <p:notesMasterIdLst>
    <p:notesMasterId xmlns:r="http://schemas.openxmlformats.org/officeDocument/2006/relationships" r:id="Rdaa40abaed3d4ee6"/>
  </p:notesMasterIdLst>
  <p:sldIdLst>
    <p:sldId xmlns:r="http://schemas.openxmlformats.org/officeDocument/2006/relationships" id="256" r:id="Rb3823f609271469d"/>
    <p:sldId xmlns:r="http://schemas.openxmlformats.org/officeDocument/2006/relationships" id="257" r:id="Rdc21c21223ea45b3"/>
    <p:sldId xmlns:r="http://schemas.openxmlformats.org/officeDocument/2006/relationships" id="258" r:id="R3b9a2887114c484d"/>
    <p:sldId xmlns:r="http://schemas.openxmlformats.org/officeDocument/2006/relationships" id="259" r:id="Rcbd8e7cfb8f1454d"/>
    <p:sldId xmlns:r="http://schemas.openxmlformats.org/officeDocument/2006/relationships" id="260" r:id="R9b1d6051afe74136"/>
    <p:sldId xmlns:r="http://schemas.openxmlformats.org/officeDocument/2006/relationships" id="261" r:id="R5303e0cab133443f"/>
    <p:sldId xmlns:r="http://schemas.openxmlformats.org/officeDocument/2006/relationships" id="262" r:id="R3e896448f0c14468"/>
    <p:sldId xmlns:r="http://schemas.openxmlformats.org/officeDocument/2006/relationships" id="263" r:id="R6c9df94211094232"/>
    <p:sldId xmlns:r="http://schemas.openxmlformats.org/officeDocument/2006/relationships" id="264" r:id="Rf79a39d1a2f24817"/>
    <p:sldId xmlns:r="http://schemas.openxmlformats.org/officeDocument/2006/relationships" id="265" r:id="R1ab919669d144fe4"/>
    <p:sldId xmlns:r="http://schemas.openxmlformats.org/officeDocument/2006/relationships" id="266" r:id="R24032efe51e74445"/>
    <p:sldId xmlns:r="http://schemas.openxmlformats.org/officeDocument/2006/relationships" id="267" r:id="R653cee51507a4dd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68c097bd7e4705" /><Relationship Type="http://schemas.openxmlformats.org/officeDocument/2006/relationships/slideMaster" Target="/ppt/slideMasters/slideMaster1.xml" Id="Re238ada9f7624c2c" /><Relationship Type="http://schemas.openxmlformats.org/officeDocument/2006/relationships/notesMaster" Target="/ppt/notesMasters/notesMaster1.xml" Id="Rdaa40abaed3d4ee6" /><Relationship Type="http://schemas.openxmlformats.org/officeDocument/2006/relationships/presProps" Target="/ppt/presProps.xml" Id="R146a126795f44bd2" /><Relationship Type="http://schemas.openxmlformats.org/officeDocument/2006/relationships/tableStyles" Target="/ppt/tableStyles.xml" Id="R8efb9083ae47481b" /><Relationship Type="http://schemas.openxmlformats.org/officeDocument/2006/relationships/slide" Target="/ppt/slides/slide1.xml" Id="Rb3823f609271469d" /><Relationship Type="http://schemas.openxmlformats.org/officeDocument/2006/relationships/slide" Target="/ppt/slides/slide2.xml" Id="Rdc21c21223ea45b3" /><Relationship Type="http://schemas.openxmlformats.org/officeDocument/2006/relationships/slide" Target="/ppt/slides/slide3.xml" Id="R3b9a2887114c484d" /><Relationship Type="http://schemas.openxmlformats.org/officeDocument/2006/relationships/slide" Target="/ppt/slides/slide4.xml" Id="Rcbd8e7cfb8f1454d" /><Relationship Type="http://schemas.openxmlformats.org/officeDocument/2006/relationships/slide" Target="/ppt/slides/slide5.xml" Id="R9b1d6051afe74136" /><Relationship Type="http://schemas.openxmlformats.org/officeDocument/2006/relationships/slide" Target="/ppt/slides/slide6.xml" Id="R5303e0cab133443f" /><Relationship Type="http://schemas.openxmlformats.org/officeDocument/2006/relationships/slide" Target="/ppt/slides/slide7.xml" Id="R3e896448f0c14468" /><Relationship Type="http://schemas.openxmlformats.org/officeDocument/2006/relationships/slide" Target="/ppt/slides/slide8.xml" Id="R6c9df94211094232" /><Relationship Type="http://schemas.openxmlformats.org/officeDocument/2006/relationships/slide" Target="/ppt/slides/slide9.xml" Id="Rf79a39d1a2f24817" /><Relationship Type="http://schemas.openxmlformats.org/officeDocument/2006/relationships/slide" Target="/ppt/slides/slide10.xml" Id="R1ab919669d144fe4" /><Relationship Type="http://schemas.openxmlformats.org/officeDocument/2006/relationships/slide" Target="/ppt/slides/slide11.xml" Id="R24032efe51e74445" /><Relationship Type="http://schemas.openxmlformats.org/officeDocument/2006/relationships/slide" Target="/ppt/slides/slide12.xml" Id="R653cee51507a4d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6fa4b82dfa48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36c83fab3d4b07" /><Relationship Type="http://schemas.openxmlformats.org/officeDocument/2006/relationships/notesMaster" Target="/ppt/notesMasters/notesMaster1.xml" Id="R99a69f0c5308493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61ef3074784137" /><Relationship Type="http://schemas.openxmlformats.org/officeDocument/2006/relationships/notesMaster" Target="/ppt/notesMasters/notesMaster1.xml" Id="R9f7dfaf0e82e47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154c8cb68d4bb0" /><Relationship Type="http://schemas.openxmlformats.org/officeDocument/2006/relationships/notesMaster" Target="/ppt/notesMasters/notesMaster1.xml" Id="R4fc9c914a37c470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864e6bc64449a3" /><Relationship Type="http://schemas.openxmlformats.org/officeDocument/2006/relationships/notesMaster" Target="/ppt/notesMasters/notesMaster1.xml" Id="R0c1f52d2295645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02a8940daf4941" /><Relationship Type="http://schemas.openxmlformats.org/officeDocument/2006/relationships/notesMaster" Target="/ppt/notesMasters/notesMaster1.xml" Id="Rea6eb5c98e3d434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505680833f4abf" /><Relationship Type="http://schemas.openxmlformats.org/officeDocument/2006/relationships/notesMaster" Target="/ppt/notesMasters/notesMaster1.xml" Id="Rab4d3976cf014a5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218e9314604a29" /><Relationship Type="http://schemas.openxmlformats.org/officeDocument/2006/relationships/notesMaster" Target="/ppt/notesMasters/notesMaster1.xml" Id="Rc48adea3a448458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cc8259f7d774516" /><Relationship Type="http://schemas.openxmlformats.org/officeDocument/2006/relationships/notesMaster" Target="/ppt/notesMasters/notesMaster1.xml" Id="R9c5df3fbe69240d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171c7faa86a459a" /><Relationship Type="http://schemas.openxmlformats.org/officeDocument/2006/relationships/notesMaster" Target="/ppt/notesMasters/notesMaster1.xml" Id="R2199243a6d8443d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c9ca5ba3c914cd2" /><Relationship Type="http://schemas.openxmlformats.org/officeDocument/2006/relationships/notesMaster" Target="/ppt/notesMasters/notesMaster1.xml" Id="R4d468d979f17425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19d44829a544453" /><Relationship Type="http://schemas.openxmlformats.org/officeDocument/2006/relationships/notesMaster" Target="/ppt/notesMasters/notesMaster1.xml" Id="Rb5b585e25a8640e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3dc4d940e1347d8" /><Relationship Type="http://schemas.openxmlformats.org/officeDocument/2006/relationships/notesMaster" Target="/ppt/notesMasters/notesMaster1.xml" Id="R96c7d2b0a2f446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666cfad2b44cf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768e2a3af04c7d" /><Relationship Type="http://schemas.openxmlformats.org/officeDocument/2006/relationships/slideLayout" Target="/ppt/slideLayouts/slideLayout1.xml" Id="R81b9627f54c34a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b9627f54c34a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b2c56a716946b4" /><Relationship Type="http://schemas.openxmlformats.org/officeDocument/2006/relationships/image" Target="/ppt/media/image.png" Id="Rc2581216b3fc472d" /><Relationship Type="http://schemas.openxmlformats.org/officeDocument/2006/relationships/notesSlide" Target="/ppt/notesSlides/notesSlide1.xml" Id="Rdf6261f11ed549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c02d7bc2c743e9" /><Relationship Type="http://schemas.openxmlformats.org/officeDocument/2006/relationships/image" Target="/ppt/media/image2.png" Id="R31dbeed5dee94cde" /><Relationship Type="http://schemas.openxmlformats.org/officeDocument/2006/relationships/notesSlide" Target="/ppt/notesSlides/notesSlide2.xml" Id="R4caf304e9ab6499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b896fe3eb4a8f" /><Relationship Type="http://schemas.openxmlformats.org/officeDocument/2006/relationships/image" Target="/ppt/media/image3.png" Id="R0300ac300f9a4069" /><Relationship Type="http://schemas.openxmlformats.org/officeDocument/2006/relationships/notesSlide" Target="/ppt/notesSlides/notesSlide3.xml" Id="Reb9dc6bafcea4ae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458880562a4cf0" /><Relationship Type="http://schemas.openxmlformats.org/officeDocument/2006/relationships/image" Target="/ppt/media/image4.png" Id="R0565ac3e55bf4efb" /><Relationship Type="http://schemas.openxmlformats.org/officeDocument/2006/relationships/notesSlide" Target="/ppt/notesSlides/notesSlide4.xml" Id="R10c6af1e0cae4c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a95a1439dc4117" /><Relationship Type="http://schemas.openxmlformats.org/officeDocument/2006/relationships/image" Target="/ppt/media/image5.png" Id="R879cf97787ea41bf" /><Relationship Type="http://schemas.openxmlformats.org/officeDocument/2006/relationships/notesSlide" Target="/ppt/notesSlides/notesSlide5.xml" Id="Rdc747688edba474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062b8c65346da" /><Relationship Type="http://schemas.openxmlformats.org/officeDocument/2006/relationships/image" Target="/ppt/media/image6.png" Id="Rb1f3a3b374ec4b2c" /><Relationship Type="http://schemas.openxmlformats.org/officeDocument/2006/relationships/notesSlide" Target="/ppt/notesSlides/notesSlide6.xml" Id="R4d36611eba2a4c1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41a1857c3144b4" /><Relationship Type="http://schemas.openxmlformats.org/officeDocument/2006/relationships/image" Target="/ppt/media/image7.png" Id="R3098ec886d744d78" /><Relationship Type="http://schemas.openxmlformats.org/officeDocument/2006/relationships/notesSlide" Target="/ppt/notesSlides/notesSlide7.xml" Id="R5003d6cf296743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29390151bc41ce" /><Relationship Type="http://schemas.openxmlformats.org/officeDocument/2006/relationships/image" Target="/ppt/media/image8.png" Id="Rdae2b159fd9340dd" /><Relationship Type="http://schemas.openxmlformats.org/officeDocument/2006/relationships/notesSlide" Target="/ppt/notesSlides/notesSlide8.xml" Id="Rc27f94886f7a4b0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c3f73378864450" /><Relationship Type="http://schemas.openxmlformats.org/officeDocument/2006/relationships/image" Target="/ppt/media/image9.png" Id="R30d8ba2f1d72459b" /><Relationship Type="http://schemas.openxmlformats.org/officeDocument/2006/relationships/notesSlide" Target="/ppt/notesSlides/notesSlide9.xml" Id="Rc4f4622b8728443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07817364994b48" /><Relationship Type="http://schemas.openxmlformats.org/officeDocument/2006/relationships/image" Target="/ppt/media/image10.png" Id="Rb0f62dbdb85842b4" /><Relationship Type="http://schemas.openxmlformats.org/officeDocument/2006/relationships/notesSlide" Target="/ppt/notesSlides/notesSlide10.xml" Id="R232da800f24c4af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d032284b9941e5" /><Relationship Type="http://schemas.openxmlformats.org/officeDocument/2006/relationships/image" Target="/ppt/media/image11.png" Id="R032f118786a94456" /><Relationship Type="http://schemas.openxmlformats.org/officeDocument/2006/relationships/notesSlide" Target="/ppt/notesSlides/notesSlide11.xml" Id="R682e7858e51447a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3d96595a35436e" /><Relationship Type="http://schemas.openxmlformats.org/officeDocument/2006/relationships/image" Target="/ppt/media/image12.png" Id="R127c976927a44a41" /><Relationship Type="http://schemas.openxmlformats.org/officeDocument/2006/relationships/notesSlide" Target="/ppt/notesSlides/notesSlide12.xml" Id="R5c86c11dc951456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81216b3fc472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672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dbeed5dee94cd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9684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0ac300f9a406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882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65ac3e55bf4ef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3176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cf97787ea41b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9437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3a3b374ec4b2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9101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98ec886d744d7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8316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e2b159fd9340d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3525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8ba2f1d72459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8918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f62dbdb85842b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93300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2f118786a9445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8848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7c976927a44a4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517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2026-07-02T18:06:16.1590000Z</dcterms:created>
  <dcterms:modified xsi:type="dcterms:W3CDTF">2026-07-02T18:06:16.1590000Z</dcterms:modified>
</coreProperties>
</file>