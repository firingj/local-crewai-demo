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b170c09fea486f" /><Relationship Type="http://schemas.openxmlformats.org/officeDocument/2006/relationships/extended-properties" Target="/docProps/app.xml" Id="Re8632326b3134452" /><Relationship Type="http://schemas.openxmlformats.org/officeDocument/2006/relationships/officeDocument" Target="/ppt/presentation.xml" Id="R7bb37ba3734d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ec7947b02a438b"/>
  </p:sldMasterIdLst>
  <p:notesMasterIdLst>
    <p:notesMasterId xmlns:r="http://schemas.openxmlformats.org/officeDocument/2006/relationships" r:id="R58fedee9710d445f"/>
  </p:notesMasterIdLst>
  <p:sldIdLst>
    <p:sldId xmlns:r="http://schemas.openxmlformats.org/officeDocument/2006/relationships" id="256" r:id="Ra516dfaddeeb4f96"/>
    <p:sldId xmlns:r="http://schemas.openxmlformats.org/officeDocument/2006/relationships" id="257" r:id="R7dcb311df4a54da7"/>
    <p:sldId xmlns:r="http://schemas.openxmlformats.org/officeDocument/2006/relationships" id="258" r:id="R0955f4b8afcc44ce"/>
    <p:sldId xmlns:r="http://schemas.openxmlformats.org/officeDocument/2006/relationships" id="259" r:id="R11e83288ab5540be"/>
    <p:sldId xmlns:r="http://schemas.openxmlformats.org/officeDocument/2006/relationships" id="260" r:id="R4a4e3030ad694431"/>
    <p:sldId xmlns:r="http://schemas.openxmlformats.org/officeDocument/2006/relationships" id="261" r:id="R762ed4f541014aad"/>
    <p:sldId xmlns:r="http://schemas.openxmlformats.org/officeDocument/2006/relationships" id="262" r:id="Re59e3bc0d81f4cea"/>
    <p:sldId xmlns:r="http://schemas.openxmlformats.org/officeDocument/2006/relationships" id="263" r:id="R3dc4fe2281af46b4"/>
    <p:sldId xmlns:r="http://schemas.openxmlformats.org/officeDocument/2006/relationships" id="264" r:id="R0ff8cbd6db7c4d64"/>
    <p:sldId xmlns:r="http://schemas.openxmlformats.org/officeDocument/2006/relationships" id="265" r:id="R157800081241407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4e1330dddd54c04" /><Relationship Type="http://schemas.openxmlformats.org/officeDocument/2006/relationships/slideMaster" Target="/ppt/slideMasters/slideMaster1.xml" Id="R46ec7947b02a438b" /><Relationship Type="http://schemas.openxmlformats.org/officeDocument/2006/relationships/notesMaster" Target="/ppt/notesMasters/notesMaster1.xml" Id="R58fedee9710d445f" /><Relationship Type="http://schemas.openxmlformats.org/officeDocument/2006/relationships/presProps" Target="/ppt/presProps.xml" Id="R1f49fc3da1f04045" /><Relationship Type="http://schemas.openxmlformats.org/officeDocument/2006/relationships/tableStyles" Target="/ppt/tableStyles.xml" Id="R142059e4b49c4393" /><Relationship Type="http://schemas.openxmlformats.org/officeDocument/2006/relationships/slide" Target="/ppt/slides/slide1.xml" Id="Ra516dfaddeeb4f96" /><Relationship Type="http://schemas.openxmlformats.org/officeDocument/2006/relationships/slide" Target="/ppt/slides/slide2.xml" Id="R7dcb311df4a54da7" /><Relationship Type="http://schemas.openxmlformats.org/officeDocument/2006/relationships/slide" Target="/ppt/slides/slide3.xml" Id="R0955f4b8afcc44ce" /><Relationship Type="http://schemas.openxmlformats.org/officeDocument/2006/relationships/slide" Target="/ppt/slides/slide4.xml" Id="R11e83288ab5540be" /><Relationship Type="http://schemas.openxmlformats.org/officeDocument/2006/relationships/slide" Target="/ppt/slides/slide5.xml" Id="R4a4e3030ad694431" /><Relationship Type="http://schemas.openxmlformats.org/officeDocument/2006/relationships/slide" Target="/ppt/slides/slide6.xml" Id="R762ed4f541014aad" /><Relationship Type="http://schemas.openxmlformats.org/officeDocument/2006/relationships/slide" Target="/ppt/slides/slide7.xml" Id="Re59e3bc0d81f4cea" /><Relationship Type="http://schemas.openxmlformats.org/officeDocument/2006/relationships/slide" Target="/ppt/slides/slide8.xml" Id="R3dc4fe2281af46b4" /><Relationship Type="http://schemas.openxmlformats.org/officeDocument/2006/relationships/slide" Target="/ppt/slides/slide9.xml" Id="R0ff8cbd6db7c4d64" /><Relationship Type="http://schemas.openxmlformats.org/officeDocument/2006/relationships/slide" Target="/ppt/slides/slide10.xml" Id="R15780008124140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b994d840045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c736849c4146b6" /><Relationship Type="http://schemas.openxmlformats.org/officeDocument/2006/relationships/notesMaster" Target="/ppt/notesMasters/notesMaster1.xml" Id="Rabfc8694e0024f8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e5651a2a694047" /><Relationship Type="http://schemas.openxmlformats.org/officeDocument/2006/relationships/notesMaster" Target="/ppt/notesMasters/notesMaster1.xml" Id="R875bfc345fdf44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e22b9565aee41da" /><Relationship Type="http://schemas.openxmlformats.org/officeDocument/2006/relationships/notesMaster" Target="/ppt/notesMasters/notesMaster1.xml" Id="R660c382134bb4c9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d76778920d4f63" /><Relationship Type="http://schemas.openxmlformats.org/officeDocument/2006/relationships/notesMaster" Target="/ppt/notesMasters/notesMaster1.xml" Id="Rc89553f589f14a6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7580f0f7f35432a" /><Relationship Type="http://schemas.openxmlformats.org/officeDocument/2006/relationships/notesMaster" Target="/ppt/notesMasters/notesMaster1.xml" Id="R6fc418a017de4a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53426031bf439c" /><Relationship Type="http://schemas.openxmlformats.org/officeDocument/2006/relationships/notesMaster" Target="/ppt/notesMasters/notesMaster1.xml" Id="Ra544e34ca43147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df57c1aa0ce4dcf" /><Relationship Type="http://schemas.openxmlformats.org/officeDocument/2006/relationships/notesMaster" Target="/ppt/notesMasters/notesMaster1.xml" Id="R7b0830e5921b4c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ddea6166c741b5" /><Relationship Type="http://schemas.openxmlformats.org/officeDocument/2006/relationships/notesMaster" Target="/ppt/notesMasters/notesMaster1.xml" Id="R73cca6b8a5a946f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3b092709b844c53" /><Relationship Type="http://schemas.openxmlformats.org/officeDocument/2006/relationships/notesMaster" Target="/ppt/notesMasters/notesMaster1.xml" Id="R6456b444b09d4ad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d373d2ec984439" /><Relationship Type="http://schemas.openxmlformats.org/officeDocument/2006/relationships/notesMaster" Target="/ppt/notesMasters/notesMaster1.xml" Id="R9ac3def7682b42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5217738ff54b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a13d432b40410f" /><Relationship Type="http://schemas.openxmlformats.org/officeDocument/2006/relationships/slideLayout" Target="/ppt/slideLayouts/slideLayout1.xml" Id="Ra7180a2ed60f4a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180a2ed60f4a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142a35baf34dae" /><Relationship Type="http://schemas.openxmlformats.org/officeDocument/2006/relationships/image" Target="/ppt/media/image.png" Id="Rb8cd3f032aa146ac" /><Relationship Type="http://schemas.openxmlformats.org/officeDocument/2006/relationships/notesSlide" Target="/ppt/notesSlides/notesSlide1.xml" Id="Rc78c9830e2f74b6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91492cd53047ec" /><Relationship Type="http://schemas.openxmlformats.org/officeDocument/2006/relationships/image" Target="/ppt/media/image2.png" Id="Ra64ccf722cc346f5" /><Relationship Type="http://schemas.openxmlformats.org/officeDocument/2006/relationships/notesSlide" Target="/ppt/notesSlides/notesSlide2.xml" Id="R0987fba8de2340c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981103e1649f7" /><Relationship Type="http://schemas.openxmlformats.org/officeDocument/2006/relationships/image" Target="/ppt/media/image3.png" Id="R4bb3b01be0dc48cb" /><Relationship Type="http://schemas.openxmlformats.org/officeDocument/2006/relationships/notesSlide" Target="/ppt/notesSlides/notesSlide3.xml" Id="Rb215271b1d514a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85616675dc40a9" /><Relationship Type="http://schemas.openxmlformats.org/officeDocument/2006/relationships/image" Target="/ppt/media/image4.png" Id="R78b2690fd77d4c62" /><Relationship Type="http://schemas.openxmlformats.org/officeDocument/2006/relationships/notesSlide" Target="/ppt/notesSlides/notesSlide4.xml" Id="Redc55b8319194f2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5760fa41b140cd" /><Relationship Type="http://schemas.openxmlformats.org/officeDocument/2006/relationships/image" Target="/ppt/media/image5.png" Id="Rc757d1a4c37d4e7f" /><Relationship Type="http://schemas.openxmlformats.org/officeDocument/2006/relationships/notesSlide" Target="/ppt/notesSlides/notesSlide5.xml" Id="R693522966c424d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8410c89e34d34" /><Relationship Type="http://schemas.openxmlformats.org/officeDocument/2006/relationships/image" Target="/ppt/media/image6.png" Id="Rc4afa14b43ec4a7b" /><Relationship Type="http://schemas.openxmlformats.org/officeDocument/2006/relationships/notesSlide" Target="/ppt/notesSlides/notesSlide6.xml" Id="Rd1bf8b846cfb4d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01309c915481d" /><Relationship Type="http://schemas.openxmlformats.org/officeDocument/2006/relationships/image" Target="/ppt/media/image7.png" Id="Raa8065b12fc0424c" /><Relationship Type="http://schemas.openxmlformats.org/officeDocument/2006/relationships/notesSlide" Target="/ppt/notesSlides/notesSlide7.xml" Id="R7669ed57e87142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25424838e4fe1" /><Relationship Type="http://schemas.openxmlformats.org/officeDocument/2006/relationships/image" Target="/ppt/media/image8.png" Id="R6470c9ccdb0c4a55" /><Relationship Type="http://schemas.openxmlformats.org/officeDocument/2006/relationships/notesSlide" Target="/ppt/notesSlides/notesSlide8.xml" Id="R2b4299c145fd4b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4dae46a7e492b" /><Relationship Type="http://schemas.openxmlformats.org/officeDocument/2006/relationships/image" Target="/ppt/media/image9.png" Id="Ra901ceb8f88c4e8a" /><Relationship Type="http://schemas.openxmlformats.org/officeDocument/2006/relationships/notesSlide" Target="/ppt/notesSlides/notesSlide9.xml" Id="R864ac6244f1744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bce487e33492c" /><Relationship Type="http://schemas.openxmlformats.org/officeDocument/2006/relationships/image" Target="/ppt/media/image10.png" Id="R6f91b4663fa64e19" /><Relationship Type="http://schemas.openxmlformats.org/officeDocument/2006/relationships/notesSlide" Target="/ppt/notesSlides/notesSlide10.xml" Id="R7a1eed6afdda4b7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cd3f032aa146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0798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4ccf722cc346f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4534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b3b01be0dc48c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78092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b2690fd77d4c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0916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7d1a4c37d4e7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8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afa14b43ec4a7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4903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8065b12fc0424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9043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0c9ccdb0c4a5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47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01ceb8f88c4e8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91b4663fa64e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4538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2026-06-21T13:30:04.9060000Z</dcterms:created>
  <dcterms:modified xsi:type="dcterms:W3CDTF">2026-06-21T13:30:04.9060000Z</dcterms:modified>
</coreProperties>
</file>