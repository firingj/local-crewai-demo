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69d7661d004ae5" /><Relationship Type="http://schemas.openxmlformats.org/officeDocument/2006/relationships/extended-properties" Target="/docProps/app.xml" Id="R66d41b4212404b5f" /><Relationship Type="http://schemas.openxmlformats.org/officeDocument/2006/relationships/officeDocument" Target="/ppt/presentation.xml" Id="R11ce14516c7c42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17f6b74c2a41dc"/>
  </p:sldMasterIdLst>
  <p:notesMasterIdLst>
    <p:notesMasterId xmlns:r="http://schemas.openxmlformats.org/officeDocument/2006/relationships" r:id="R68970562af7d48a6"/>
  </p:notesMasterIdLst>
  <p:sldIdLst>
    <p:sldId xmlns:r="http://schemas.openxmlformats.org/officeDocument/2006/relationships" id="256" r:id="R01bc18f3805f4186"/>
    <p:sldId xmlns:r="http://schemas.openxmlformats.org/officeDocument/2006/relationships" id="257" r:id="R4456921b6a874080"/>
    <p:sldId xmlns:r="http://schemas.openxmlformats.org/officeDocument/2006/relationships" id="258" r:id="R04158f3b3c244ed2"/>
    <p:sldId xmlns:r="http://schemas.openxmlformats.org/officeDocument/2006/relationships" id="259" r:id="R5fac4ec301424932"/>
    <p:sldId xmlns:r="http://schemas.openxmlformats.org/officeDocument/2006/relationships" id="260" r:id="Ra84f8e107a9846c4"/>
    <p:sldId xmlns:r="http://schemas.openxmlformats.org/officeDocument/2006/relationships" id="261" r:id="R0d9d6fba7ba441ca"/>
    <p:sldId xmlns:r="http://schemas.openxmlformats.org/officeDocument/2006/relationships" id="262" r:id="Rbf39e090d70e4f96"/>
    <p:sldId xmlns:r="http://schemas.openxmlformats.org/officeDocument/2006/relationships" id="263" r:id="R03952e1f7fce44bc"/>
    <p:sldId xmlns:r="http://schemas.openxmlformats.org/officeDocument/2006/relationships" id="264" r:id="Rf2be4617e7eb48bc"/>
    <p:sldId xmlns:r="http://schemas.openxmlformats.org/officeDocument/2006/relationships" id="265" r:id="Rcf6597ae98e44d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b7cdfb74c54470" /><Relationship Type="http://schemas.openxmlformats.org/officeDocument/2006/relationships/slideMaster" Target="/ppt/slideMasters/slideMaster1.xml" Id="R7517f6b74c2a41dc" /><Relationship Type="http://schemas.openxmlformats.org/officeDocument/2006/relationships/notesMaster" Target="/ppt/notesMasters/notesMaster1.xml" Id="R68970562af7d48a6" /><Relationship Type="http://schemas.openxmlformats.org/officeDocument/2006/relationships/presProps" Target="/ppt/presProps.xml" Id="Reaaf15049f7a4402" /><Relationship Type="http://schemas.openxmlformats.org/officeDocument/2006/relationships/tableStyles" Target="/ppt/tableStyles.xml" Id="R485037f72b40473a" /><Relationship Type="http://schemas.openxmlformats.org/officeDocument/2006/relationships/slide" Target="/ppt/slides/slide1.xml" Id="R01bc18f3805f4186" /><Relationship Type="http://schemas.openxmlformats.org/officeDocument/2006/relationships/slide" Target="/ppt/slides/slide2.xml" Id="R4456921b6a874080" /><Relationship Type="http://schemas.openxmlformats.org/officeDocument/2006/relationships/slide" Target="/ppt/slides/slide3.xml" Id="R04158f3b3c244ed2" /><Relationship Type="http://schemas.openxmlformats.org/officeDocument/2006/relationships/slide" Target="/ppt/slides/slide4.xml" Id="R5fac4ec301424932" /><Relationship Type="http://schemas.openxmlformats.org/officeDocument/2006/relationships/slide" Target="/ppt/slides/slide5.xml" Id="Ra84f8e107a9846c4" /><Relationship Type="http://schemas.openxmlformats.org/officeDocument/2006/relationships/slide" Target="/ppt/slides/slide6.xml" Id="R0d9d6fba7ba441ca" /><Relationship Type="http://schemas.openxmlformats.org/officeDocument/2006/relationships/slide" Target="/ppt/slides/slide7.xml" Id="Rbf39e090d70e4f96" /><Relationship Type="http://schemas.openxmlformats.org/officeDocument/2006/relationships/slide" Target="/ppt/slides/slide8.xml" Id="R03952e1f7fce44bc" /><Relationship Type="http://schemas.openxmlformats.org/officeDocument/2006/relationships/slide" Target="/ppt/slides/slide9.xml" Id="Rf2be4617e7eb48bc" /><Relationship Type="http://schemas.openxmlformats.org/officeDocument/2006/relationships/slide" Target="/ppt/slides/slide10.xml" Id="Rcf6597ae98e44d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df3ba70df543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6bbbbf34954dd9" /><Relationship Type="http://schemas.openxmlformats.org/officeDocument/2006/relationships/notesMaster" Target="/ppt/notesMasters/notesMaster1.xml" Id="R56fdd0cf3eda42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165176ec024b04" /><Relationship Type="http://schemas.openxmlformats.org/officeDocument/2006/relationships/notesMaster" Target="/ppt/notesMasters/notesMaster1.xml" Id="Rdff8afe84c0445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5a7a98b8984fa3" /><Relationship Type="http://schemas.openxmlformats.org/officeDocument/2006/relationships/notesMaster" Target="/ppt/notesMasters/notesMaster1.xml" Id="Ra621f950a53b4f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6bde05f59d43bc" /><Relationship Type="http://schemas.openxmlformats.org/officeDocument/2006/relationships/notesMaster" Target="/ppt/notesMasters/notesMaster1.xml" Id="R18268dcc32f845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272e69a2e547c0" /><Relationship Type="http://schemas.openxmlformats.org/officeDocument/2006/relationships/notesMaster" Target="/ppt/notesMasters/notesMaster1.xml" Id="R9f10641814154d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67115ce9104856" /><Relationship Type="http://schemas.openxmlformats.org/officeDocument/2006/relationships/notesMaster" Target="/ppt/notesMasters/notesMaster1.xml" Id="Rc98e4138037245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fb6319b6b24ae6" /><Relationship Type="http://schemas.openxmlformats.org/officeDocument/2006/relationships/notesMaster" Target="/ppt/notesMasters/notesMaster1.xml" Id="R0db5f4edaf3944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c480759fb14402" /><Relationship Type="http://schemas.openxmlformats.org/officeDocument/2006/relationships/notesMaster" Target="/ppt/notesMasters/notesMaster1.xml" Id="R111d6687cdaf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0a0f5c57a9431c" /><Relationship Type="http://schemas.openxmlformats.org/officeDocument/2006/relationships/notesMaster" Target="/ppt/notesMasters/notesMaster1.xml" Id="Reb89bec2e74a4c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16e7d412f84d0e" /><Relationship Type="http://schemas.openxmlformats.org/officeDocument/2006/relationships/notesMaster" Target="/ppt/notesMasters/notesMaster1.xml" Id="Rc47c7aa2ea7e4d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b88b9f50349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63fbe231cf4802" /><Relationship Type="http://schemas.openxmlformats.org/officeDocument/2006/relationships/slideLayout" Target="/ppt/slideLayouts/slideLayout1.xml" Id="Rc3462e2a731e41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462e2a731e41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f41433ac24444" /><Relationship Type="http://schemas.openxmlformats.org/officeDocument/2006/relationships/image" Target="/ppt/media/image.png" Id="R05dfb82934f54492" /><Relationship Type="http://schemas.openxmlformats.org/officeDocument/2006/relationships/notesSlide" Target="/ppt/notesSlides/notesSlide1.xml" Id="R606288e0915d41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bbeeaff3944f3" /><Relationship Type="http://schemas.openxmlformats.org/officeDocument/2006/relationships/image" Target="/ppt/media/image2.png" Id="Rcff769cc9b4b46ea" /><Relationship Type="http://schemas.openxmlformats.org/officeDocument/2006/relationships/notesSlide" Target="/ppt/notesSlides/notesSlide2.xml" Id="R044aa28ed47e48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27e66d9bf4511" /><Relationship Type="http://schemas.openxmlformats.org/officeDocument/2006/relationships/image" Target="/ppt/media/image3.png" Id="R88ed01f2d58d4533" /><Relationship Type="http://schemas.openxmlformats.org/officeDocument/2006/relationships/notesSlide" Target="/ppt/notesSlides/notesSlide3.xml" Id="R1c9659bd96ea42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bb81a2c184a55" /><Relationship Type="http://schemas.openxmlformats.org/officeDocument/2006/relationships/image" Target="/ppt/media/image4.png" Id="R94b41d19869c45bc" /><Relationship Type="http://schemas.openxmlformats.org/officeDocument/2006/relationships/notesSlide" Target="/ppt/notesSlides/notesSlide4.xml" Id="Rc6a7b679ce6746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1a87436f241b0" /><Relationship Type="http://schemas.openxmlformats.org/officeDocument/2006/relationships/image" Target="/ppt/media/image5.png" Id="R428f291f2b874051" /><Relationship Type="http://schemas.openxmlformats.org/officeDocument/2006/relationships/notesSlide" Target="/ppt/notesSlides/notesSlide5.xml" Id="R9a945d901c574b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17075cc3144f2" /><Relationship Type="http://schemas.openxmlformats.org/officeDocument/2006/relationships/image" Target="/ppt/media/image6.png" Id="R7ba6137a3c1d4cc3" /><Relationship Type="http://schemas.openxmlformats.org/officeDocument/2006/relationships/notesSlide" Target="/ppt/notesSlides/notesSlide6.xml" Id="R119f67996b0546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d9c828b784eaa" /><Relationship Type="http://schemas.openxmlformats.org/officeDocument/2006/relationships/image" Target="/ppt/media/image7.png" Id="Rbc2067e35c5f4398" /><Relationship Type="http://schemas.openxmlformats.org/officeDocument/2006/relationships/notesSlide" Target="/ppt/notesSlides/notesSlide7.xml" Id="R44be001de7f248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bd9b2e721471a" /><Relationship Type="http://schemas.openxmlformats.org/officeDocument/2006/relationships/image" Target="/ppt/media/image8.png" Id="R4ff647e4ba5e48c6" /><Relationship Type="http://schemas.openxmlformats.org/officeDocument/2006/relationships/notesSlide" Target="/ppt/notesSlides/notesSlide8.xml" Id="R89e218bacd104e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b0ac501a6434e" /><Relationship Type="http://schemas.openxmlformats.org/officeDocument/2006/relationships/image" Target="/ppt/media/image9.png" Id="Rb7f557b107a448df" /><Relationship Type="http://schemas.openxmlformats.org/officeDocument/2006/relationships/notesSlide" Target="/ppt/notesSlides/notesSlide9.xml" Id="R8882e00673c147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c7b4c92b041ab" /><Relationship Type="http://schemas.openxmlformats.org/officeDocument/2006/relationships/image" Target="/ppt/media/image10.png" Id="R31d7e90ffb07437e" /><Relationship Type="http://schemas.openxmlformats.org/officeDocument/2006/relationships/notesSlide" Target="/ppt/notesSlides/notesSlide10.xml" Id="Rd9279ab7e97a40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fb82934f5449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6986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769cc9b4b46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3578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d01f2d58d453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823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41d19869c45b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8f291f2b8740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21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6137a3c1d4cc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929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067e35c5f43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499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647e4ba5e48c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417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f557b107a448d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4949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7e90ffb07437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9407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2026-06-21T02:13:51.5120000Z</dcterms:created>
  <dcterms:modified xsi:type="dcterms:W3CDTF">2026-06-21T02:13:51.5120000Z</dcterms:modified>
</coreProperties>
</file>