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326739203e341e8" /><Relationship Type="http://schemas.openxmlformats.org/officeDocument/2006/relationships/extended-properties" Target="/docProps/app.xml" Id="R74efb00a62dd481f" /><Relationship Type="http://schemas.openxmlformats.org/officeDocument/2006/relationships/officeDocument" Target="/ppt/presentation.xml" Id="R0947dc49ca8743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7659826143e45be"/>
  </p:sldMasterIdLst>
  <p:notesMasterIdLst>
    <p:notesMasterId xmlns:r="http://schemas.openxmlformats.org/officeDocument/2006/relationships" r:id="Re7130799bdc14520"/>
  </p:notesMasterIdLst>
  <p:sldIdLst>
    <p:sldId xmlns:r="http://schemas.openxmlformats.org/officeDocument/2006/relationships" id="256" r:id="R215a4afecbaa4f4f"/>
    <p:sldId xmlns:r="http://schemas.openxmlformats.org/officeDocument/2006/relationships" id="257" r:id="R7086d4e0fc834cf7"/>
    <p:sldId xmlns:r="http://schemas.openxmlformats.org/officeDocument/2006/relationships" id="258" r:id="R1ceb4eab53e74d7b"/>
    <p:sldId xmlns:r="http://schemas.openxmlformats.org/officeDocument/2006/relationships" id="259" r:id="R11a5365ec1734398"/>
    <p:sldId xmlns:r="http://schemas.openxmlformats.org/officeDocument/2006/relationships" id="260" r:id="R3bd0ec5080f441dd"/>
    <p:sldId xmlns:r="http://schemas.openxmlformats.org/officeDocument/2006/relationships" id="261" r:id="Rb298fbb650a043af"/>
    <p:sldId xmlns:r="http://schemas.openxmlformats.org/officeDocument/2006/relationships" id="262" r:id="Rf8fc59a590344fec"/>
    <p:sldId xmlns:r="http://schemas.openxmlformats.org/officeDocument/2006/relationships" id="263" r:id="Rd094c96df0d04c8c"/>
    <p:sldId xmlns:r="http://schemas.openxmlformats.org/officeDocument/2006/relationships" id="264" r:id="R348cffaaf3b5490d"/>
    <p:sldId xmlns:r="http://schemas.openxmlformats.org/officeDocument/2006/relationships" id="265" r:id="Rec732355cc1c48c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a1bfc21166409f" /><Relationship Type="http://schemas.openxmlformats.org/officeDocument/2006/relationships/slideMaster" Target="/ppt/slideMasters/slideMaster1.xml" Id="R57659826143e45be" /><Relationship Type="http://schemas.openxmlformats.org/officeDocument/2006/relationships/notesMaster" Target="/ppt/notesMasters/notesMaster1.xml" Id="Re7130799bdc14520" /><Relationship Type="http://schemas.openxmlformats.org/officeDocument/2006/relationships/presProps" Target="/ppt/presProps.xml" Id="R61e5f9e168d942fe" /><Relationship Type="http://schemas.openxmlformats.org/officeDocument/2006/relationships/tableStyles" Target="/ppt/tableStyles.xml" Id="Rcd72e60555824697" /><Relationship Type="http://schemas.openxmlformats.org/officeDocument/2006/relationships/slide" Target="/ppt/slides/slide1.xml" Id="R215a4afecbaa4f4f" /><Relationship Type="http://schemas.openxmlformats.org/officeDocument/2006/relationships/slide" Target="/ppt/slides/slide2.xml" Id="R7086d4e0fc834cf7" /><Relationship Type="http://schemas.openxmlformats.org/officeDocument/2006/relationships/slide" Target="/ppt/slides/slide3.xml" Id="R1ceb4eab53e74d7b" /><Relationship Type="http://schemas.openxmlformats.org/officeDocument/2006/relationships/slide" Target="/ppt/slides/slide4.xml" Id="R11a5365ec1734398" /><Relationship Type="http://schemas.openxmlformats.org/officeDocument/2006/relationships/slide" Target="/ppt/slides/slide5.xml" Id="R3bd0ec5080f441dd" /><Relationship Type="http://schemas.openxmlformats.org/officeDocument/2006/relationships/slide" Target="/ppt/slides/slide6.xml" Id="Rb298fbb650a043af" /><Relationship Type="http://schemas.openxmlformats.org/officeDocument/2006/relationships/slide" Target="/ppt/slides/slide7.xml" Id="Rf8fc59a590344fec" /><Relationship Type="http://schemas.openxmlformats.org/officeDocument/2006/relationships/slide" Target="/ppt/slides/slide8.xml" Id="Rd094c96df0d04c8c" /><Relationship Type="http://schemas.openxmlformats.org/officeDocument/2006/relationships/slide" Target="/ppt/slides/slide9.xml" Id="R348cffaaf3b5490d" /><Relationship Type="http://schemas.openxmlformats.org/officeDocument/2006/relationships/slide" Target="/ppt/slides/slide10.xml" Id="Rec732355cc1c48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34d3dba4cfa43e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3f651e461b4ddb" /><Relationship Type="http://schemas.openxmlformats.org/officeDocument/2006/relationships/notesMaster" Target="/ppt/notesMasters/notesMaster1.xml" Id="R3fa8b100d78346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1aa7091648e47e6" /><Relationship Type="http://schemas.openxmlformats.org/officeDocument/2006/relationships/notesMaster" Target="/ppt/notesMasters/notesMaster1.xml" Id="R79f6ceaf642f46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d0e17b174042c4" /><Relationship Type="http://schemas.openxmlformats.org/officeDocument/2006/relationships/notesMaster" Target="/ppt/notesMasters/notesMaster1.xml" Id="Rd998cb05a04c4d5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2dd9e58f38f4cec" /><Relationship Type="http://schemas.openxmlformats.org/officeDocument/2006/relationships/notesMaster" Target="/ppt/notesMasters/notesMaster1.xml" Id="R9c8a6f81a452400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eb5e3ad3fc24aac" /><Relationship Type="http://schemas.openxmlformats.org/officeDocument/2006/relationships/notesMaster" Target="/ppt/notesMasters/notesMaster1.xml" Id="R82586e9299b746f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aa495ba13149c0" /><Relationship Type="http://schemas.openxmlformats.org/officeDocument/2006/relationships/notesMaster" Target="/ppt/notesMasters/notesMaster1.xml" Id="Re0c2894c536f403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218e06592f405a" /><Relationship Type="http://schemas.openxmlformats.org/officeDocument/2006/relationships/notesMaster" Target="/ppt/notesMasters/notesMaster1.xml" Id="R655017caf78f40a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2ba3afc9a4f42b6" /><Relationship Type="http://schemas.openxmlformats.org/officeDocument/2006/relationships/notesMaster" Target="/ppt/notesMasters/notesMaster1.xml" Id="R9cf8071080f840f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10e0b032e224852" /><Relationship Type="http://schemas.openxmlformats.org/officeDocument/2006/relationships/notesMaster" Target="/ppt/notesMasters/notesMaster1.xml" Id="Rf6d2e67daec642e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694b1a0d359460e" /><Relationship Type="http://schemas.openxmlformats.org/officeDocument/2006/relationships/notesMaster" Target="/ppt/notesMasters/notesMaster1.xml" Id="Re53902f91de24b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eaa1debd8e415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c30d0bdb11483d" /><Relationship Type="http://schemas.openxmlformats.org/officeDocument/2006/relationships/slideLayout" Target="/ppt/slideLayouts/slideLayout1.xml" Id="R9cfed1dc0d214be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fed1dc0d214be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3708c35b3b4e90" /><Relationship Type="http://schemas.openxmlformats.org/officeDocument/2006/relationships/image" Target="/ppt/media/image.png" Id="R6d0db04111e943f2" /><Relationship Type="http://schemas.openxmlformats.org/officeDocument/2006/relationships/notesSlide" Target="/ppt/notesSlides/notesSlide1.xml" Id="R30ab23499bfe4fc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813adb09ce41b2" /><Relationship Type="http://schemas.openxmlformats.org/officeDocument/2006/relationships/image" Target="/ppt/media/image2.png" Id="R7f4ff617ec8b4e85" /><Relationship Type="http://schemas.openxmlformats.org/officeDocument/2006/relationships/notesSlide" Target="/ppt/notesSlides/notesSlide2.xml" Id="R6a6eaa931fc742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5b8776f1f54299" /><Relationship Type="http://schemas.openxmlformats.org/officeDocument/2006/relationships/image" Target="/ppt/media/image3.png" Id="Rd08d055f09834af7" /><Relationship Type="http://schemas.openxmlformats.org/officeDocument/2006/relationships/notesSlide" Target="/ppt/notesSlides/notesSlide3.xml" Id="Rfd4dd572ca1845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9c4039999d4ed3" /><Relationship Type="http://schemas.openxmlformats.org/officeDocument/2006/relationships/image" Target="/ppt/media/image4.png" Id="Ra88894fc27c841a4" /><Relationship Type="http://schemas.openxmlformats.org/officeDocument/2006/relationships/notesSlide" Target="/ppt/notesSlides/notesSlide4.xml" Id="R29a3267b99aa49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efa343dba843a9" /><Relationship Type="http://schemas.openxmlformats.org/officeDocument/2006/relationships/image" Target="/ppt/media/image5.png" Id="Raa98a5baf8d74d88" /><Relationship Type="http://schemas.openxmlformats.org/officeDocument/2006/relationships/notesSlide" Target="/ppt/notesSlides/notesSlide5.xml" Id="Rd37dce75d905454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89bf4bccef4c6c" /><Relationship Type="http://schemas.openxmlformats.org/officeDocument/2006/relationships/image" Target="/ppt/media/image6.png" Id="Rd9c1a8344a0942dd" /><Relationship Type="http://schemas.openxmlformats.org/officeDocument/2006/relationships/notesSlide" Target="/ppt/notesSlides/notesSlide6.xml" Id="R25968676c3944f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fc2016ea7d4e8c" /><Relationship Type="http://schemas.openxmlformats.org/officeDocument/2006/relationships/image" Target="/ppt/media/image7.png" Id="R9586c1b3d5374ef8" /><Relationship Type="http://schemas.openxmlformats.org/officeDocument/2006/relationships/notesSlide" Target="/ppt/notesSlides/notesSlide7.xml" Id="Rd11edf7ed274419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33e72dd25f4f1d" /><Relationship Type="http://schemas.openxmlformats.org/officeDocument/2006/relationships/image" Target="/ppt/media/image8.png" Id="R1d285d8eee054fc6" /><Relationship Type="http://schemas.openxmlformats.org/officeDocument/2006/relationships/notesSlide" Target="/ppt/notesSlides/notesSlide8.xml" Id="Rd6858d8753c04fe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26b5b794234825" /><Relationship Type="http://schemas.openxmlformats.org/officeDocument/2006/relationships/image" Target="/ppt/media/image9.png" Id="R56a7082471ae4dae" /><Relationship Type="http://schemas.openxmlformats.org/officeDocument/2006/relationships/notesSlide" Target="/ppt/notesSlides/notesSlide9.xml" Id="Rcb12aaa9899a4ed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f646123fa34fb2" /><Relationship Type="http://schemas.openxmlformats.org/officeDocument/2006/relationships/image" Target="/ppt/media/image10.png" Id="Rb3c8645135a44edf" /><Relationship Type="http://schemas.openxmlformats.org/officeDocument/2006/relationships/notesSlide" Target="/ppt/notesSlides/notesSlide10.xml" Id="R35f6a2567a7c479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0db04111e943f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8679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4ff617ec8b4e8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378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8d055f09834af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880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8894fc27c841a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2783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98a5baf8d74d8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773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c1a8344a0942d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9345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86c1b3d5374ef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12101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285d8eee054fc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6185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a7082471ae4da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4597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c8645135a44ed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6731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2026-07-02T19:21:13.8210000Z</dcterms:created>
  <dcterms:modified xsi:type="dcterms:W3CDTF">2026-07-02T19:21:13.8210000Z</dcterms:modified>
</coreProperties>
</file>